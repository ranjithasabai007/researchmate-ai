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Untitled Draft</a:t>
            </a:r>
          </a:p>
          <a:p>
            <a:br/>
            <a:pPr algn="ctr">
              <a:defRPr sz="1800">
                <a:solidFill>
                  <a:srgbClr val="94A3B8"/>
                </a:solidFill>
              </a:defRPr>
            </a:pPr>
            <a:r>
              <a:t>Academic Presentation generated by ResearchMate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Urban areas face increasing waste management challenges...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Efficient recycling processes are crucial for sustainable urban development.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Current systems often lead to high contamination rates...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To develop an AI-driven classification system...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For optimizing waste segregation at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2200">
                <a:solidFill>
                  <a:srgbClr val="6366F1"/>
                </a:solidFill>
              </a:defRPr>
            </a:pPr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
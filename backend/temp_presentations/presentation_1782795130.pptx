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Real-time Clinical NER System using Hybrid Vision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Real-time processing of medical text is a challenge.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Traditional architectures like CNN and LSTM are not suitable for real-time applications due to slow performance.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A need exists for an efficient, real-time NER system in the clinical setting.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Develop a lightweight Hybrid Vision Transformer (HVT) architecture.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Integrate HVT with UMLS ontology lookups to enhance clinical NER accuracy and speed.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Evaluate the system's performance on distinct medical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Adopt Hybrid Vision Transformer architecture for real-time processing efficiency.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Employ UMLS ontology lookups within the HVT to improve entity recognition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Utilize three distinct medical datasets for evaluation purposes.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Ensure real-time processing with latency under 50ms targeted by the system's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Results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Confirmed that HVT architecture meets the desired low latency of under 50ms.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Demonstrated generalizability across all three medical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A lightweight, efficient HVT-based clinical NER system can operate in real-time.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Successfully integrated UMLS ontology lookups for high accuracy and generalizability.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
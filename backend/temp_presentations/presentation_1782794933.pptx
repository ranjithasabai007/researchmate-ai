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 Real-time Clinical NER System using Hybrid Vision</a:t>
            </a:r>
          </a:p>
          <a:p>
            <a:br/>
            <a:pPr algn="ctr">
              <a:defRPr sz="1800">
                <a:solidFill>
                  <a:srgbClr val="94A3B8"/>
                </a:solidFill>
              </a:defRPr>
            </a:pPr>
            <a:r>
              <a:t>Academic Presentation generated by ResearchMate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Medical text processing is a critical task in clinical settings.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Existing systems use CNNs/LSTM and are offline, causing delays.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Real-time NER can enhance efficiency in medical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Research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To develop a real-time clinical NER system using Hybrid Vision Transformers.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To integrate UMLS ontology lookups for entity recognition.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br/>
            <a:pPr algn="ctr">
              <a:defRPr sz="2200">
                <a:solidFill>
                  <a:srgbClr val="6366F1"/>
                </a:solidFill>
              </a:defRPr>
            </a:pPr>
            <a:r>
              <a:t>Questions &amp;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
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 Real-time Clinical NER System using Hybrid Vision</a:t>
            </a:r>
          </a:p>
          <a:p>
            <a:br/>
            <a:pPr algn="ctr">
              <a:defRPr sz="1800">
                <a:solidFill>
                  <a:srgbClr val="94A3B8"/>
                </a:solidFill>
              </a:defRPr>
            </a:pPr>
            <a:r>
              <a:t>Academic Presentation generated by ResearchMate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366F1"/>
                </a:solidFill>
              </a:defRPr>
            </a:pPr>
            <a:r>
              <a:t>Problem Statement &amp;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2743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</a:defRPr>
            </a:pPr>
            <a:r>
              <a:t>•  Traditional clinical NER systems are slow for real-time processing.</a:t>
            </a:r>
          </a:p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</a:defRPr>
            </a:pPr>
            <a:r>
              <a:t>•  Our system utilizes a Hybrid Vision Transformer and UMLS ontology lookups to overcome this limitation.</a:t>
            </a:r>
          </a:p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</a:defRPr>
            </a:pPr>
            <a:r>
              <a:t>•  The ability to process medical text in real time is crucial for immediate patient care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366F1"/>
                </a:solidFill>
              </a:defRPr>
            </a:pPr>
            <a:r>
              <a:t>Research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2743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</a:defRPr>
            </a:pPr>
            <a:r>
              <a:t>•  Develop a lightweight, yet effective, Hybrid Vision Transformer-based NER system.</a:t>
            </a:r>
          </a:p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</a:defRPr>
            </a:pPr>
            <a:r>
              <a:t>•  Ensure low latency in real-time text processing of medical information.</a:t>
            </a:r>
          </a:p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</a:defRPr>
            </a:pPr>
            <a:r>
              <a:t>•  Demonstrate the model's generalizability across various types of clinical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br/>
            <a:pPr algn="ctr">
              <a:defRPr sz="2200">
                <a:solidFill>
                  <a:srgbClr val="6366F1"/>
                </a:solidFill>
              </a:defRPr>
            </a:pPr>
            <a:r>
              <a:t>Questions &amp; Discussions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
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 Real-time Clinical NER System using Hybrid Vision</a:t>
            </a:r>
          </a:p>
          <a:p>
            <a:br/>
            <a:pPr algn="ctr">
              <a:defRPr sz="1800">
                <a:solidFill>
                  <a:srgbClr val="94A3B8"/>
                </a:solidFill>
              </a:defRPr>
            </a:pPr>
            <a:r>
              <a:t>Academic Presentation generated by ResearchMate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Real-time clinical NER system needed for immediate medical text analysis.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Limited by speed and offline processing of traditional CNN and LSTM architectures.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Our approach uses a Hybrid Vision Transformer with UMLS ontology lookups.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Designing and implementing an efficient real-time clinical NER system.</a:t>
            </a:r>
          </a:p>
          <a:p>
            <a:pPr>
              <a:spcAft>
                <a:spcPts val="1600"/>
              </a:spcAft>
              <a:defRPr sz="2000">
                <a:solidFill>
                  <a:srgbClr val="475569"/>
                </a:solidFill>
              </a:defRPr>
            </a:pPr>
            <a:r>
              <a:t>•  Proving the model's generalizability across multiple medical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2200">
                <a:solidFill>
                  <a:srgbClr val="6366F1"/>
                </a:solidFill>
              </a:defRPr>
            </a:pPr>
            <a:r>
              <a:t>Questions &amp; Discussions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
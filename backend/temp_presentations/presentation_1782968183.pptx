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Real-time Clinical NER System using Hybrid Vision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Clinical systems require real-time NER.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Visual data combined with unstructured text needs parsing.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Key Components &amp; Architecture of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Integrates multimodality—computer vision and Natural Language Processing (NLP).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System Operation: Multimodal Data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Merges visual features with clinical text.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Parses diagnostic imagery and extracts medical entities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Vision Modules: Processing Visual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Uses Convolutional Neural Network (CNN) or Vision Transformer (ViT).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System Operation: Clinical NLP/NER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Employs BioBERT, BioClinicalBERT, or Spark NLP.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Isolates vital entities in unstructured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